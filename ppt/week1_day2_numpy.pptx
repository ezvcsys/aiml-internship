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246" y="-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964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Advanced Array Tricks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for Python Developers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python.plainenglish.io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NumPy?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library for fast, memory-efficient n-dimensional arrays and vectorized math operations, powered by optimized C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2377440"/>
          </a:xfrm>
          <a:prstGeom prst="roundRect">
            <a:avLst>
              <a:gd name="adj" fmla="val 5769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286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C-backed arrays run math on large datasets 10-200x faster than Python lists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2011680"/>
            <a:ext cx="2468880" cy="2377440"/>
          </a:xfrm>
          <a:prstGeom prst="roundRect">
            <a:avLst>
              <a:gd name="adj" fmla="val 5769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286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Vectorization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5661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operations to entire arrays without explicit loops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2011680"/>
            <a:ext cx="2468880" cy="2377440"/>
          </a:xfrm>
          <a:prstGeom prst="roundRect">
            <a:avLst>
              <a:gd name="adj" fmla="val 5769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286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093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math on arrays of different shapes automatically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572000"/>
            <a:ext cx="7863840" cy="411480"/>
          </a:xfrm>
          <a:prstGeom prst="roundRect">
            <a:avLst>
              <a:gd name="adj" fmla="val 17778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822960" y="4590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For mixed-type data (strings, dates, objects), use Pandas instead.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Arrays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Lists &amp; Ranges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a Python list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4, 5])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arange (like range())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np.arange(0, 10, 2)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[0, 2, 4, 6, 8]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Evenly spaced values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np.linspace(0, 1, 5)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[0. , 0.25, 0.5, 0.75, 1.]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Zeros and Ones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zeros = np.zeros((3, 4))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ones  = np.ones((2, 3))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with a constant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 = np.full((2, 2), 7)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arrays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  = np.random.rand(3, 3)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ints  = np.random.randint(0, 10,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size=(3, 3))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7863840" cy="36576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available: np.eye() for identity matrices, np.diag() for diagonal arrays, np.zeros_like() / np.ones_like()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Attributes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NumPy array carries metadata that describes its structure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2103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Attribute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Returns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Example (2x3 array)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.ndim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.shape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 of dimension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(2, 3)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.dtype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 of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int64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.itemsize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per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393192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2, 3], [4, 5, 6]])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print(a.ndim, a.shape, a.size, a.dtype)   # =&gt; 2  (2, 3)  6  int64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&amp; Slicing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4, 5, 6])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single element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print(a[2])       # =&gt; 3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 element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a[3] = 13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# =&gt; [1, 2, 3, 13, 5, 6]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indexing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np.array([[1,2,3],[4,5,6]])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print(b[1, 2])    # =&gt; 6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print(b[0])       # =&gt; [1, 2, 3]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4, 5, 6])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Slice with start:stop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a[3:]       # =&gt; [4, 5, 6]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a[:2]       # =&gt; [1, 2]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a[1:4]      # =&gt; [2, 3, 4]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slicing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a[::2]      # =&gt; [1, 3, 5]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slicing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np.array([[1,2,3],[4,5,6]])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b[:, 1:]    # =&gt; [[2,3],[5,6]]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b[0, :2]    # =&gt; [1, 2]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320040"/>
          </a:xfrm>
          <a:prstGeom prst="roundRect">
            <a:avLst>
              <a:gd name="adj" fmla="val 22857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are views, not copies — modifying a slice changes the original array. Use .copy() for independent copies.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Element-wise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are applied to each corresponding pair of elements — no loops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59"/>
            <a:ext cx="5029200" cy="3268981"/>
          </a:xfrm>
          <a:prstGeom prst="roundRect">
            <a:avLst>
              <a:gd name="adj" fmla="val 3529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np.array([4, 5, 6])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Arithmetic between arrays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      # =&gt; [5, 7, 9]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b        # =&gt; [4, 10, 18]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        # =&gt; [-3, -3, -3]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b        # =&gt; [0.25, 0.4, 0.5]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Scalar operations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+ 10       # =&gt; [11, 12, 13]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3        # =&gt; [3, 6, 9]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** 2       # =&gt; [1, 4, 9]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Comparison operators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2        # =&gt; [False, False, True]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== 2       # =&gt; [False, True, False]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0" y="150876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807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Loops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807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ops replace explicit for-loops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Shape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must have compatible shapes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30632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8076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Promotion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+ float =&gt; float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38404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8076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Arrays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return boolean arrays for filtering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NumPy's clever way of handling math between arrays of different shapes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Rules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Dimensions are compared from right to left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Sizes must match, or one of them must be 1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size-1 dimension is stretched to match the other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554480"/>
            <a:ext cx="3657600" cy="33832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Scalar broadcast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+ 10   # =&gt; [11, 12, 13]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+ 1D broadcast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 2, 3],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 5, 6]])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np.array([10, 20, 30])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+ v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[[11, 22, 33],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[14, 25, 36]]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 broadcast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np.array([[10], [20]])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+ col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[[11, 12, 13],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[24, 25, 26]]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 Compatibility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384048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Array 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Array B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Result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   4,)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1D broadcasts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Size-1 stretches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Incompatible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Reshaping &amp; Manipulation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Reshape &amp; Transpose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np.arange(12)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a.reshape(3, 4)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[[ 0, 1, 2, 3],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[ 4, 5, 6, 7],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[ 8, 9,10,11]]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b.T              # Transpose: (4, 3)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a.reshape(2, -1) # Auto: (2, 6)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b.flatten()      # Back to 1D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840480" cy="242316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Stacking &amp; Splitting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np.array([4, 5, 6])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np.vstack([a, b])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[[1,2,3],[4,5,6]]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np.hstack([a, b])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[1, 2, 3, 4, 5, 6]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np.concatenate([a, b])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[1, 2, 3, 4, 5, 6]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np.array([[1,2],[3,4],[5,6]])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np.split(c, 3, axis=0)     # Split into 3 arrays along rows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c.ravel()                   # Flatten to 1D (returns view when possible)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np.expand_dims(a, axis=0)   # Add dimension: (3,) =&gt; (1, 3)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np.squeeze(arr)             # Remove dimensions of size 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arrays to single values or aggregate along specific axes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Example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np.sum()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all elements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np.sum(arr)  → 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np.mean()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np.mean(arr)  → 5.67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np.min() / max()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Min/max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np.min(arr)  →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np.std() / var()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of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np.std(arr)  → 2.62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np.argmin/max()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of min/max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np.argmax(arr)  → 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7863840" cy="123444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Aggregating Along Axes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np.array([[4, 7, 1], [8, 5, 9]])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np.sum(arr, axis=0)   # Column sums: [12, 12, 10]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np.sum(arr, axis=1)   # Row sums:    [12, 22]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np.mean(arr, axis=1)  # Row means:   [4.0, 7.33]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Mathematical Functions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Functions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np.log(arr)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np.abs(arr)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np.sin(arr)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np.cos(arr)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np.round(arr, 2)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118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Sorting &amp; Searching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5544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np.sort(arr)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np.argsort(arr)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np.where(arr &gt; 5)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np.unique(arr)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np.searchsorted(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sorted_arr, val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465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5544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np.intersect1d(a, b)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np.union1d(a, b)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np.setdiff1d(a, b)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np.in1d(a, b)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np.isin(a, [1, 3])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NaN Values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arrays contain np.nan, standard aggregations return nan. Use NaN-safe versions: np.nansum(), np.nanmean(), np.nanstd(), np.nanmin(), np.nanmax()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Algebra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matrix operations for scientific computing and machine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2], [3, 4]])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np.array([[5, 6], [7, 8]])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Matrix multiplication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np.dot(A, B)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[[ 19,  22],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[ 43,  50]]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Also: A @ B  (Python 3.5+)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Determinant &amp; Inverse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np.linalg.det(A)     # =&gt; -2.0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np.linalg.inv(A)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[[-2. ,  1. ],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[ 1.5, -0.5]]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3840480" cy="245973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np.dot(A, B)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multiplication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np.linalg.det(A)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np.linalg.inv(A)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inverse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np.linalg.eig(A)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Eigenvalues &amp; eigenvectors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np.linalg.svd(A)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Singular value decomposition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np.linalg.solve(A,b)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Ax =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np.linalg.norm(v)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Vector/matrix norm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420624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NumPy's linalg module is the foundation for SciPy, scikit-learn, and TensorFlow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&amp; Fancy Indexing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Masking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np.array([10, 25, 30, 5, 15])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boolean mask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arr &gt; 12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[False, True, True, False, True]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with mask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arr[mask]        # =&gt; [25, 30, 15]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 filtering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arr[arr &gt; 20]    # =&gt; [25, 30]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Combined conditions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arr[(arr &gt; 10) &amp; (arr &lt; 30)]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[25, 15]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Fancy Indexing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np.array([10, 20, 30, 40, 50])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 with array of indices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[0, 2, 4]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arr[idx]         # =&gt; [10, 30, 50]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np.where — conditional select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np.where(arr &gt; 25, arr, 0)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[0, 0, 30, 40, 50]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np.select — multiple conditions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conds = [arr &lt; 20, arr &gt; 40]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choices = [-1, 1]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np.select(conds, choices, 0)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[-1, 0, 0, 0, 1]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5445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indexing returns copies; fancy indexing also returns copies. Only basic slicing (a[1:3]) returns views.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Patterns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real-world patterns every NumPy developer should know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Conversion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 = np.array([0, 20, 37, 100])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 = celsius * 9/5 + 32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[32, 68, 98.6, 212]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920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 Data (0-1 Range)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np.array([10, 50, 30, 90, 20])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 = (data - data.min()) / 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(data.max() - data.min())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[0. , 0.5, 0.25, 1., 0.125]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Average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np.array([10,11,12,11,13,14])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= 3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np.convolve(prices,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np.ones(window)/window, 'valid')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=&gt; [11.  11.33 12.  12.67]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Sampling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np.arange(100)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np.random.choice(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data, size=10, replace=False)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unique random elements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097280" y="219456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are 10-200x faster than Python lists for numerical work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eliminate the need for explicit loops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makes operations between different-shaped arrays intuitive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aggregation, math, and linear algebra cover most use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&amp; fancy indexing provide powerful data filtering without loops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the foundation of the entire scientific Python ecosystem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2360</Words>
  <Application>Microsoft Office PowerPoint</Application>
  <PresentationFormat>On-screen Show (16:9)</PresentationFormat>
  <Paragraphs>350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3</cp:revision>
  <dcterms:created xsi:type="dcterms:W3CDTF">2026-05-19T02:01:16Z</dcterms:created>
  <dcterms:modified xsi:type="dcterms:W3CDTF">2026-05-19T04:31:22Z</dcterms:modified>
</cp:coreProperties>
</file>