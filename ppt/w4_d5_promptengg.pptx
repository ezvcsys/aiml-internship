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276" y="-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1726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ff94578e7b75bc4fc6a6127c2c31ebdc.jpg"/>
          <p:cNvPicPr>
            <a:picLocks noChangeAspect="1"/>
          </p:cNvPicPr>
          <p:nvPr/>
        </p:nvPicPr>
        <p:blipFill>
          <a:blip r:embed="rId3"/>
          <a:srcRect l="22000" r="22000"/>
          <a:stretch/>
        </p:blipFill>
        <p:spPr>
          <a:xfrm>
            <a:off x="6400800" y="0"/>
            <a:ext cx="57607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0" y="0"/>
            <a:ext cx="822960" cy="6858000"/>
          </a:xfrm>
          <a:prstGeom prst="rect">
            <a:avLst/>
          </a:prstGeom>
          <a:solidFill>
            <a:srgbClr val="35304A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2296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9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GUIDE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256032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6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</a:t>
            </a:r>
            <a:endParaRPr lang="en-US" sz="5800" dirty="0"/>
          </a:p>
          <a:p>
            <a:pPr marL="0" indent="0">
              <a:lnSpc>
                <a:spcPts val="56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822960" y="46177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dirty="0">
                <a:solidFill>
                  <a:srgbClr val="D8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talk to AI and get the results you actually want.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41248" y="5532120"/>
            <a:ext cx="457200" cy="91440"/>
          </a:xfrm>
          <a:prstGeom prst="rect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2344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8E4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prompt engineering?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4C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the craft of writing clear, well-structured instructions that guide an AI model toward the response you need.</a:t>
            </a:r>
            <a:endParaRPr lang="en-US" sz="16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can produce a vague, generic answer or a sharp, useful one — the difference is almost always the prompt.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6D32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of it as learning the language that turns a powerful tool into a reliable collaborator.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92240" y="1783080"/>
            <a:ext cx="50292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766560" y="2167128"/>
            <a:ext cx="548640" cy="548640"/>
          </a:xfrm>
          <a:prstGeom prst="ellipse">
            <a:avLst/>
          </a:prstGeom>
          <a:solidFill>
            <a:srgbClr val="E9E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903720" y="2304288"/>
            <a:ext cx="274320" cy="274320"/>
          </a:xfrm>
          <a:prstGeom prst="ellipse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98080" y="1984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answers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38658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prompts cut guesswork and reduce wrong or off-topic replies.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3264408"/>
            <a:ext cx="50292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766560" y="3648456"/>
            <a:ext cx="548640" cy="548640"/>
          </a:xfrm>
          <a:prstGeom prst="ellipse">
            <a:avLst/>
          </a:prstGeom>
          <a:solidFill>
            <a:srgbClr val="E9E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903720" y="3785616"/>
            <a:ext cx="274320" cy="274320"/>
          </a:xfrm>
          <a:prstGeom prst="ellipse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498080" y="34655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time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498080" y="38679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usable results on the first try instead of rephrasing again and again.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4745736"/>
            <a:ext cx="50292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766560" y="5129784"/>
            <a:ext cx="548640" cy="548640"/>
          </a:xfrm>
          <a:prstGeom prst="ellipse">
            <a:avLst/>
          </a:prstGeom>
          <a:solidFill>
            <a:srgbClr val="E9E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903720" y="5266944"/>
            <a:ext cx="274320" cy="274320"/>
          </a:xfrm>
          <a:prstGeom prst="ellipse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498080" y="49469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in control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98080" y="5349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tone, length, and format so the output fits your real task.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2344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8E4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anatomy of a good prompt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prompts usually combine four ingredients. You don't always need all of them — but naming them helps.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587752" cy="310896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60120" y="2697480"/>
            <a:ext cx="914400" cy="822960"/>
          </a:xfrm>
          <a:prstGeom prst="rect">
            <a:avLst/>
          </a:prstGeom>
          <a:solidFill>
            <a:srgbClr val="E9E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E45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0120" y="3703320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416052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AI who to be: “You are a friendly science teacher.”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2286000"/>
            <a:ext cx="2587752" cy="310896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794760" y="2697480"/>
            <a:ext cx="914400" cy="822960"/>
          </a:xfrm>
          <a:prstGeom prst="rect">
            <a:avLst/>
          </a:prstGeom>
          <a:solidFill>
            <a:srgbClr val="E9E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794760" y="2697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E45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794760" y="3703320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794760" y="416052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background it needs: audience, goal, constraints, source material.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286000"/>
            <a:ext cx="2587752" cy="310896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29400" y="2697480"/>
            <a:ext cx="914400" cy="822960"/>
          </a:xfrm>
          <a:prstGeom prst="rect">
            <a:avLst/>
          </a:prstGeom>
          <a:solidFill>
            <a:srgbClr val="E9E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29400" y="2697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E45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629400" y="3703320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629400" y="416052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exactly what you want done, using clear action verbs.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0" y="2286000"/>
            <a:ext cx="2587752" cy="310896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464040" y="2697480"/>
            <a:ext cx="914400" cy="822960"/>
          </a:xfrm>
          <a:prstGeom prst="rect">
            <a:avLst/>
          </a:prstGeom>
          <a:solidFill>
            <a:srgbClr val="E9E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464040" y="2697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E45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464040" y="3703320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464040" y="416052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shape of the output: length, tone, bullet list, table.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2344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8E4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core techniques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1440" cy="1508760"/>
          </a:xfrm>
          <a:prstGeom prst="rect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51560" y="23042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32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Zero-shot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285292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4C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 directly, with no examples. Best for simple, familiar tasks.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91440" cy="1508760"/>
          </a:xfrm>
          <a:prstGeom prst="rect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629400" y="23042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32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29400" y="285292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4C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few examples of the input → output pattern you want copied.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453128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40080" y="4727448"/>
            <a:ext cx="91440" cy="1508760"/>
          </a:xfrm>
          <a:prstGeom prst="rect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51560" y="474573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32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Chain-of-thought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529437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4C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reason step by step before giving its answer.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217920" y="4453128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217920" y="4727448"/>
            <a:ext cx="91440" cy="1508760"/>
          </a:xfrm>
          <a:prstGeom prst="rect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629400" y="474573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32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prompting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9400" y="529437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4C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persona to shape expertise, tone, and point of view.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2344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8E4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IN FOCUS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 prompting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4C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explaining the rules, you demonstrate them. A couple of examples teach the AI the exact pattern, tone, and format you expect — then it continues the pattern for new input.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6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  </a:t>
            </a:r>
            <a:r>
              <a:rPr lang="en-US" sz="1500" dirty="0">
                <a:solidFill>
                  <a:srgbClr val="4C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consistent formatting, a specific style, or classification into set categories.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35304A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720840" y="20756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C9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720840" y="2560320"/>
            <a:ext cx="4389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D8D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 the sentiment as positive or negative.
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 “The food was amazing!”  →  Positive
</a:t>
            </a:r>
            <a:endParaRPr lang="en-US" sz="1400" dirty="0"/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 “Terrible service, never again.”  →  Negative
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D8D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 “The room was clean and quiet.”  →  </a:t>
            </a:r>
            <a:r>
              <a:rPr lang="en-US" sz="1400" b="1" dirty="0">
                <a:solidFill>
                  <a:srgbClr val="9AD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2344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8E4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IN FOCUS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Chain-of-thought reasoning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4C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problems that need logic or multiple steps, ask the AI to think out loud. Walking through its reasoning before answering dramatically improves accuracy on math, planning, and analysis.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6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 phrase  </a:t>
            </a:r>
            <a:r>
              <a:rPr lang="en-US" sz="1600" i="1" dirty="0">
                <a:solidFill>
                  <a:srgbClr val="4C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“Let's think step by step.”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67512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22860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4C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17 × 24?”  →  a quick guess, often wrong.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09360" y="3520440"/>
            <a:ext cx="5212080" cy="2423160"/>
          </a:xfrm>
          <a:prstGeom prst="roundRect">
            <a:avLst>
              <a:gd name="adj" fmla="val 3774"/>
            </a:avLst>
          </a:prstGeom>
          <a:solidFill>
            <a:srgbClr val="35304A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67512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STEP-BY-STEP REASONING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406908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D8D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× 24 = 17 × 20 + 17 × 4
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D8D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340 + 68
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9AD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408 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2344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8E4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5840" y="2395728"/>
            <a:ext cx="777240" cy="777240"/>
          </a:xfrm>
          <a:prstGeom prst="ellipse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23957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011680" y="23225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specific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1680" y="2798064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“write about dogs” with the breed, length, tone, and audience you mean.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583680" y="2395728"/>
            <a:ext cx="777240" cy="777240"/>
          </a:xfrm>
          <a:prstGeom prst="ellipse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83680" y="23957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589520" y="23225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context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89520" y="2798064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goal, the reader, and any facts the AI can't infer on its own.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453128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005840" y="4837176"/>
            <a:ext cx="777240" cy="777240"/>
          </a:xfrm>
          <a:prstGeom prst="ellipse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05840" y="483717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011680" y="47640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the format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011680" y="523951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table, three bullets, or 50 words so output is ready to use.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4453128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583680" y="4837176"/>
            <a:ext cx="777240" cy="777240"/>
          </a:xfrm>
          <a:prstGeom prst="ellipse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83680" y="483717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589520" y="47640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89520" y="523951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first reply as a draft. Refine the prompt and run it again.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8E4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2344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8E4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THIS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pitfalls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5840" y="2148840"/>
            <a:ext cx="457200" cy="457200"/>
          </a:xfrm>
          <a:prstGeom prst="ellipse">
            <a:avLst/>
          </a:prstGeom>
          <a:solidFill>
            <a:srgbClr val="E9E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4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1901952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Being too vague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0" y="1901952"/>
            <a:ext cx="6217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prompts get generic answers. Narrow the scope every time.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026664"/>
            <a:ext cx="1088136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05840" y="3346704"/>
            <a:ext cx="457200" cy="457200"/>
          </a:xfrm>
          <a:prstGeom prst="ellipse">
            <a:avLst/>
          </a:prstGeom>
          <a:solidFill>
            <a:srgbClr val="E9E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584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4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3099816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Overloading one prompt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3099816"/>
            <a:ext cx="6217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Cramming many unrelated tasks together confuses the model. Break them up.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224528"/>
            <a:ext cx="1088136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005840" y="4544568"/>
            <a:ext cx="457200" cy="457200"/>
          </a:xfrm>
          <a:prstGeom prst="ellipse">
            <a:avLst/>
          </a:prstGeom>
          <a:solidFill>
            <a:srgbClr val="E9E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0584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4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4297680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Assuming hidden knowledge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20640" y="4297680"/>
            <a:ext cx="6217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can't see your files or intent unless you spell it out.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422392"/>
            <a:ext cx="1088136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B83A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05840" y="5742432"/>
            <a:ext cx="457200" cy="457200"/>
          </a:xfrm>
          <a:prstGeom prst="ellipse">
            <a:avLst/>
          </a:prstGeom>
          <a:solidFill>
            <a:srgbClr val="E9E5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05840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4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37360" y="5495544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Trusting blindly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20640" y="5495544"/>
            <a:ext cx="6217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sound confident yet be wrong. Always verify facts and figures.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5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68680"/>
            <a:ext cx="502920" cy="109728"/>
          </a:xfrm>
          <a:prstGeom prst="rect">
            <a:avLst/>
          </a:prstGeom>
          <a:solidFill>
            <a:srgbClr val="C9A6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417320" y="758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9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5212080" cy="1645920"/>
          </a:xfrm>
          <a:prstGeom prst="roundRect">
            <a:avLst>
              <a:gd name="adj" fmla="val 5556"/>
            </a:avLst>
          </a:prstGeom>
          <a:solidFill>
            <a:srgbClr val="4E4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2532888"/>
            <a:ext cx="91440" cy="1060704"/>
          </a:xfrm>
          <a:prstGeom prst="rect">
            <a:avLst/>
          </a:prstGeom>
          <a:solidFill>
            <a:srgbClr val="C9A6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234440" y="2514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Clarity wins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34440" y="299008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DD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precise, well-structured prompt beats a clever one. Say exactly what you want.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46520" y="2240280"/>
            <a:ext cx="5212080" cy="1645920"/>
          </a:xfrm>
          <a:prstGeom prst="roundRect">
            <a:avLst>
              <a:gd name="adj" fmla="val 5556"/>
            </a:avLst>
          </a:prstGeom>
          <a:solidFill>
            <a:srgbClr val="4E4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46520" y="2532888"/>
            <a:ext cx="91440" cy="1060704"/>
          </a:xfrm>
          <a:prstGeom prst="rect">
            <a:avLst/>
          </a:prstGeom>
          <a:solidFill>
            <a:srgbClr val="C9A6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0" y="2514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 teach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858000" y="299008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DD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words fall short, show the pattern with a few good examples.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206240"/>
            <a:ext cx="5212080" cy="1645920"/>
          </a:xfrm>
          <a:prstGeom prst="roundRect">
            <a:avLst>
              <a:gd name="adj" fmla="val 5556"/>
            </a:avLst>
          </a:prstGeom>
          <a:solidFill>
            <a:srgbClr val="4E4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22960" y="4498848"/>
            <a:ext cx="91440" cy="1060704"/>
          </a:xfrm>
          <a:prstGeom prst="rect">
            <a:avLst/>
          </a:prstGeom>
          <a:solidFill>
            <a:srgbClr val="C9A6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234440" y="4480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 helps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234440" y="495604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DD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step-by-step thinking on anything that needs logic.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4206240"/>
            <a:ext cx="5212080" cy="1645920"/>
          </a:xfrm>
          <a:prstGeom prst="roundRect">
            <a:avLst>
              <a:gd name="adj" fmla="val 5556"/>
            </a:avLst>
          </a:prstGeom>
          <a:solidFill>
            <a:srgbClr val="4E4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46520" y="4498848"/>
            <a:ext cx="91440" cy="1060704"/>
          </a:xfrm>
          <a:prstGeom prst="rect">
            <a:avLst/>
          </a:prstGeom>
          <a:solidFill>
            <a:srgbClr val="C9A6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58000" y="4480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Iterate always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858000" y="495604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DD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is a conversation, not a one-shot command. Refine and repeat.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61996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A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small, stay curious, and keep refining.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738</Words>
  <Application>Microsoft Office PowerPoint</Application>
  <PresentationFormat>Widescreen</PresentationFormat>
  <Paragraphs>114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Prasad KAPPA</dc:creator>
  <cp:lastModifiedBy>Venkata Prasad KAPPA</cp:lastModifiedBy>
  <cp:revision>1</cp:revision>
  <dcterms:created xsi:type="dcterms:W3CDTF">2026-06-12T05:15:42Z</dcterms:created>
  <dcterms:modified xsi:type="dcterms:W3CDTF">2026-06-12T05:33:12Z</dcterms:modified>
</cp:coreProperties>
</file>