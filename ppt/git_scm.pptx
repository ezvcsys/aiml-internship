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3606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731520"/>
            <a:ext cx="6949440" cy="3657600"/>
          </a:xfrm>
          <a:prstGeom prst="rect">
            <a:avLst/>
          </a:prstGeom>
          <a:solidFill>
            <a:srgbClr val="1C2128"/>
          </a:solidFill>
          <a:ln w="190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0" y="731520"/>
            <a:ext cx="6949440" cy="41148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325880" y="850392"/>
            <a:ext cx="164592" cy="164592"/>
          </a:xfrm>
          <a:prstGeom prst="ellipse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572768" y="850392"/>
            <a:ext cx="164592" cy="164592"/>
          </a:xfrm>
          <a:prstGeom prst="ellipse">
            <a:avLst/>
          </a:prstGeom>
          <a:solidFill>
            <a:srgbClr val="D299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819656" y="850392"/>
            <a:ext cx="164592" cy="164592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0" y="731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— git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63040" y="1280160"/>
            <a:ext cx="6217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 </a:t>
            </a:r>
            <a:r>
              <a:rPr lang="en-US" sz="1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learning-git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40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SCM</a:t>
            </a: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Beginner's Guide for Software Interns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</a:t>
            </a:r>
            <a:r>
              <a:rPr lang="en-US" sz="14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"Let's get started!"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48056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Git?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128016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distributed version control system that tracks changes in your code.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685800" y="2194560"/>
            <a:ext cx="237744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685800" y="2194560"/>
            <a:ext cx="2377440" cy="54864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914400" y="2468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 Changes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97180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edit is recorded.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Revert to any previous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anytime.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383280" y="2194560"/>
            <a:ext cx="237744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383280" y="2194560"/>
            <a:ext cx="2377440" cy="54864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3611880" y="2468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Collaborate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611880" y="297180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developers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on the same project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conflicts.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80760" y="2194560"/>
            <a:ext cx="237744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6080760" y="2194560"/>
            <a:ext cx="2377440" cy="54864"/>
          </a:xfrm>
          <a:prstGeom prst="rect">
            <a:avLst/>
          </a:prstGeom>
          <a:solidFill>
            <a:srgbClr val="BC8C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309360" y="2468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Branching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309360" y="297180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on features in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isolation, then merge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 back safely.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0080" y="4617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--version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Getting Started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7863840" cy="411480"/>
          </a:xfrm>
          <a:prstGeom prst="rect">
            <a:avLst/>
          </a:prstGeom>
          <a:solidFill>
            <a:srgbClr val="1C2128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user.name "Your Name"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your identity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566160" y="17373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Git who you are — this appears in every commit you make.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7863840" cy="411480"/>
          </a:xfrm>
          <a:prstGeom prst="rect">
            <a:avLst/>
          </a:prstGeom>
          <a:solidFill>
            <a:srgbClr val="1C2128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Initialize a repository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66160" y="2926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new .git folder in your project directory to start tracking.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7863840" cy="411480"/>
          </a:xfrm>
          <a:prstGeom prst="rect">
            <a:avLst/>
          </a:prstGeom>
          <a:solidFill>
            <a:srgbClr val="1C2128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22960" y="36576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https://github.com/team/project.git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Clone a repository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66160" y="4114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an existing repo from GitHub to your local machine.</a:t>
            </a:r>
            <a:endParaRPr lang="en-US" sz="12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57200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Basic Workflow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17220" y="1371600"/>
            <a:ext cx="173736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257300" y="1554480"/>
            <a:ext cx="457200" cy="457200"/>
          </a:xfrm>
          <a:prstGeom prst="ellipse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2573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17220" y="2103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08660" y="2423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 files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54580" y="18288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674620" y="1371600"/>
            <a:ext cx="173736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314700" y="1554480"/>
            <a:ext cx="457200" cy="457200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3147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74620" y="2103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66060" y="2423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11980" y="18288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732020" y="1371600"/>
            <a:ext cx="173736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372100" y="1554480"/>
            <a:ext cx="457200" cy="457200"/>
          </a:xfrm>
          <a:prstGeom prst="ellipse">
            <a:avLst/>
          </a:prstGeom>
          <a:solidFill>
            <a:srgbClr val="D299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3721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32020" y="2103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23460" y="2423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"msg"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69380" y="18288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789420" y="1371600"/>
            <a:ext cx="173736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429500" y="1554480"/>
            <a:ext cx="457200" cy="457200"/>
          </a:xfrm>
          <a:prstGeom prst="ellipse">
            <a:avLst/>
          </a:prstGeom>
          <a:solidFill>
            <a:srgbClr val="BC8C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4295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89420" y="2103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80860" y="2423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main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3200400"/>
            <a:ext cx="7863840" cy="1554480"/>
          </a:xfrm>
          <a:prstGeom prst="rect">
            <a:avLst/>
          </a:prstGeom>
          <a:solidFill>
            <a:srgbClr val="1C2128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2296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356616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"Hello World" &gt; index.html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index.html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</a:t>
            </a:r>
            <a:r>
              <a:rPr lang="en-US" sz="12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"Add homepage"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main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Understanding Branches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12344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let you work on features without affecting the main code.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914400" y="2377440"/>
            <a:ext cx="7315200" cy="0"/>
          </a:xfrm>
          <a:prstGeom prst="line">
            <a:avLst/>
          </a:prstGeom>
          <a:noFill/>
          <a:ln w="381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1261872" y="2267712"/>
            <a:ext cx="219456" cy="219456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2633472" y="2267712"/>
            <a:ext cx="219456" cy="219456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6748272" y="2267712"/>
            <a:ext cx="219456" cy="219456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7662672" y="2267712"/>
            <a:ext cx="219456" cy="219456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955280" y="221284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43200" y="2377440"/>
            <a:ext cx="731520" cy="914400"/>
          </a:xfrm>
          <a:prstGeom prst="line">
            <a:avLst/>
          </a:prstGeom>
          <a:noFill/>
          <a:ln w="254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474720" y="3291840"/>
            <a:ext cx="2926080" cy="0"/>
          </a:xfrm>
          <a:prstGeom prst="line">
            <a:avLst/>
          </a:prstGeom>
          <a:noFill/>
          <a:ln w="381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005072" y="3182112"/>
            <a:ext cx="219456" cy="219456"/>
          </a:xfrm>
          <a:prstGeom prst="ellipse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5193792" y="3182112"/>
            <a:ext cx="219456" cy="219456"/>
          </a:xfrm>
          <a:prstGeom prst="ellipse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 flipV="1">
            <a:off x="6400800" y="2377440"/>
            <a:ext cx="457200" cy="914400"/>
          </a:xfrm>
          <a:prstGeom prst="line">
            <a:avLst/>
          </a:prstGeom>
          <a:noFill/>
          <a:ln w="25400">
            <a:solidFill>
              <a:srgbClr val="58A6FF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3474720" y="3474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feature/login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286000" y="2880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branch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400800" y="28803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40080" y="3977640"/>
            <a:ext cx="2560320" cy="7772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822960" y="4023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22960" y="4297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Stable, production-ready code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474720" y="3977640"/>
            <a:ext cx="2560320" cy="7772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3657600" y="4023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feature/*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657600" y="4297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work on new features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309360" y="3977640"/>
            <a:ext cx="2560320" cy="7772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6492240" y="4023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492240" y="4297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changes back to main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Branching Commands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120640" cy="457200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feature/signup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0" y="1234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branch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120640" cy="457200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feature/signup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0" y="1828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the branch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5120640" cy="457200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22960" y="24231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feature/signup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2423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switch in one step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017520"/>
            <a:ext cx="5120640" cy="457200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22960" y="3017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-a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3017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branches (local + remote)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611880"/>
            <a:ext cx="5120640" cy="457200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22960" y="3611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feature/signup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0" y="3611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branch into current branch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206240"/>
            <a:ext cx="5120640" cy="457200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22960" y="4206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-d feature/signup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0" y="4206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branch after merging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solidFill>
            <a:srgbClr val="1C1D21"/>
          </a:solidFill>
          <a:ln w="12700">
            <a:solidFill>
              <a:srgbClr val="D299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370832"/>
            <a:ext cx="365760" cy="36576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371600" y="42976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Always pull the latest changes before creating a new branch to avoid conflicts.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Resolving Merge Conflicts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887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1188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occur when two branches modify the same lines of code.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008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a conflict looks like: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40080" y="2194560"/>
            <a:ext cx="3657600" cy="2011680"/>
          </a:xfrm>
          <a:prstGeom prst="rect">
            <a:avLst/>
          </a:prstGeom>
          <a:solidFill>
            <a:srgbClr val="1C2128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22960" y="22860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&lt;&lt;&lt;&lt;&lt;&lt;&lt; HEAD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console.log("Hello");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console.log("Hi there");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&gt;&gt;&gt;&gt;&gt;&gt;&gt; feature/greet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75488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to resolve: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2276856"/>
            <a:ext cx="292608" cy="292608"/>
          </a:xfrm>
          <a:prstGeom prst="ellipse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754880" y="2276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212080" y="22402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conflicted file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2752344"/>
            <a:ext cx="292608" cy="292608"/>
          </a:xfrm>
          <a:prstGeom prst="ellipse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754880" y="2752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212080" y="271576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which code to keep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 combine both)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754880" y="3227832"/>
            <a:ext cx="292608" cy="292608"/>
          </a:xfrm>
          <a:prstGeom prst="ellipse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754880" y="3227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212080" y="319125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conflict markers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(&lt;&lt;&lt;, ===, &gt;&gt;&gt;)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754880" y="3703320"/>
            <a:ext cx="292608" cy="292608"/>
          </a:xfrm>
          <a:prstGeom prst="ellipse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4754880" y="3703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212080" y="366674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and commit the fix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754880" y="4206240"/>
            <a:ext cx="3749040" cy="594360"/>
          </a:xfrm>
          <a:prstGeom prst="rect">
            <a:avLst/>
          </a:prstGeom>
          <a:solidFill>
            <a:srgbClr val="1C2128"/>
          </a:solidFill>
          <a:ln w="9525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4892040" y="42062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 &amp;&amp; git commit -m </a:t>
            </a:r>
            <a:r>
              <a:rPr lang="en-US" sz="10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"Resolve conflict"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Collaboration Scenario</a:t>
            </a:r>
            <a:endParaRPr lang="en-US" sz="3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1143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interns collaborate on a project using Git and GitHub.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40080" y="1773936"/>
            <a:ext cx="822960" cy="347472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40080" y="177393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Alice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64592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Clones the repo and creates feature/navbar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394960" y="1773936"/>
            <a:ext cx="3200400" cy="347472"/>
          </a:xfrm>
          <a:prstGeom prst="rect">
            <a:avLst/>
          </a:prstGeom>
          <a:solidFill>
            <a:srgbClr val="1C21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486400" y="177393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feature/navbar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40080" y="2276856"/>
            <a:ext cx="822960" cy="347472"/>
          </a:xfrm>
          <a:prstGeom prst="rect">
            <a:avLst/>
          </a:prstGeom>
          <a:solidFill>
            <a:srgbClr val="BC8C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40080" y="227685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Bob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645920" y="2240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feature/footer in parallel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394960" y="2276856"/>
            <a:ext cx="3200400" cy="347472"/>
          </a:xfrm>
          <a:prstGeom prst="rect">
            <a:avLst/>
          </a:prstGeom>
          <a:solidFill>
            <a:srgbClr val="1C21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486400" y="227685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feature/footer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40080" y="2779776"/>
            <a:ext cx="822960" cy="347472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40080" y="277977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Carol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645920" y="2743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Alice's PR on GitHub and approves it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394960" y="2779776"/>
            <a:ext cx="3200400" cy="347472"/>
          </a:xfrm>
          <a:prstGeom prst="rect">
            <a:avLst/>
          </a:prstGeom>
          <a:solidFill>
            <a:srgbClr val="1C21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5486400" y="277977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pr review --approve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40080" y="3282696"/>
            <a:ext cx="822960" cy="347472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640080" y="328269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Alice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645920" y="3246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her PR into main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394960" y="3282696"/>
            <a:ext cx="3200400" cy="347472"/>
          </a:xfrm>
          <a:prstGeom prst="rect">
            <a:avLst/>
          </a:prstGeom>
          <a:solidFill>
            <a:srgbClr val="1C21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5486400" y="328269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feature/navbar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40080" y="3785616"/>
            <a:ext cx="822960" cy="347472"/>
          </a:xfrm>
          <a:prstGeom prst="rect">
            <a:avLst/>
          </a:prstGeom>
          <a:solidFill>
            <a:srgbClr val="BC8C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640080" y="378561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Bob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645920" y="3749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latest main, rebases, and pushes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394960" y="3785616"/>
            <a:ext cx="3200400" cy="347472"/>
          </a:xfrm>
          <a:prstGeom prst="rect">
            <a:avLst/>
          </a:prstGeom>
          <a:solidFill>
            <a:srgbClr val="1C21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5486400" y="378561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origin main --rebase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40080" y="4288536"/>
            <a:ext cx="822960" cy="347472"/>
          </a:xfrm>
          <a:prstGeom prst="rect">
            <a:avLst/>
          </a:prstGeom>
          <a:solidFill>
            <a:srgbClr val="D299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640080" y="428853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645920" y="4251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sync up with the latest main branch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5394960" y="4288536"/>
            <a:ext cx="3200400" cy="347472"/>
          </a:xfrm>
          <a:prstGeom prst="rect">
            <a:avLst/>
          </a:prstGeom>
          <a:solidFill>
            <a:srgbClr val="1C21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5486400" y="428853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origin main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workflow is how real engineering teams ship features every day.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Practices for Interns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2468880" cy="13716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2468880" cy="54864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463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 Often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frequent commits are easier to review and revert.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280160"/>
            <a:ext cx="2468880" cy="13716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383280" y="1280160"/>
            <a:ext cx="2468880" cy="54864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11880" y="1463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Clear Messages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11880" y="18745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"Fix login bug" is better than "fix stuff".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280160"/>
            <a:ext cx="2468880" cy="13716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468880" cy="54864"/>
          </a:xfrm>
          <a:prstGeom prst="rect">
            <a:avLst/>
          </a:prstGeom>
          <a:solidFill>
            <a:srgbClr val="D299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355080" y="1463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 Before You Push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55080" y="18745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git pull before pushing to avoid conflicts.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965960" y="2926080"/>
            <a:ext cx="2468880" cy="13716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965960" y="2926080"/>
            <a:ext cx="2468880" cy="54864"/>
          </a:xfrm>
          <a:prstGeom prst="rect">
            <a:avLst/>
          </a:prstGeom>
          <a:solidFill>
            <a:srgbClr val="BC8C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194560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Branches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94560" y="35204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commit directly to main — always use a feature branch.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926080"/>
            <a:ext cx="2468880" cy="13716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709160" y="2926080"/>
            <a:ext cx="2468880" cy="54864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937760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Before Merging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35204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pull requests so teammates can review your code.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457200"/>
            <a:ext cx="6949440" cy="3383280"/>
          </a:xfrm>
          <a:prstGeom prst="rect">
            <a:avLst/>
          </a:prstGeom>
          <a:solidFill>
            <a:srgbClr val="1C2128"/>
          </a:solidFill>
          <a:ln w="190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0" y="457200"/>
            <a:ext cx="6949440" cy="41148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325880" y="576072"/>
            <a:ext cx="164592" cy="164592"/>
          </a:xfrm>
          <a:prstGeom prst="ellipse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572768" y="576072"/>
            <a:ext cx="164592" cy="164592"/>
          </a:xfrm>
          <a:prstGeom prst="ellipse">
            <a:avLst/>
          </a:prstGeom>
          <a:solidFill>
            <a:srgbClr val="D299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819656" y="576072"/>
            <a:ext cx="164592" cy="164592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0" y="457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— git reference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63040" y="960120"/>
            <a:ext cx="6217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</a:t>
            </a:r>
            <a:r>
              <a:rPr lang="en-US" sz="14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"Quick Reference"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git init           </a:t>
            </a: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Initialize a new repo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git clone &lt;url&gt;    </a:t>
            </a: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Copy a remote repo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git add .          </a:t>
            </a: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Stage all changes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git commit -m      </a:t>
            </a: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Save a snapshot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git push           </a:t>
            </a: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Upload to remote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git pull           </a:t>
            </a: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Download latest changes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git branch         </a:t>
            </a: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List/create branches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git merge          </a:t>
            </a: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Combine branches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</a:t>
            </a:r>
            <a:r>
              <a:rPr lang="en-US" sz="14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"Happy coding! 🚀"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11480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41148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Resources:  git-scm.com  •  docs.github.com  •  learngitbranching.js.org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726</Words>
  <Application>Microsoft Office PowerPoint</Application>
  <PresentationFormat>On-screen Show (16:9)</PresentationFormat>
  <Paragraphs>155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Venkata Prasad KAPPA</dc:creator>
  <cp:lastModifiedBy>Venkata Prasad KAPPA</cp:lastModifiedBy>
  <cp:revision>1</cp:revision>
  <dcterms:created xsi:type="dcterms:W3CDTF">2026-06-01T05:02:21Z</dcterms:created>
  <dcterms:modified xsi:type="dcterms:W3CDTF">2026-06-01T07:42:20Z</dcterms:modified>
</cp:coreProperties>
</file>